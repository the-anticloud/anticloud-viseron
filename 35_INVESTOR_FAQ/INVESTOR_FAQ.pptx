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Investor Faq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VISERON | Category: SURVEILLANCE_CAMERA</a:t>
            </a:r>
          </a:p>
          <a:p>
            <a:r>
              <a:rPr sz="1400"/>
              <a:t>Upstream: https://github.com/viseron/viseron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investor faq for the Anticloud integration of VISERON.</a:t>
            </a:r>
          </a:p>
          <a:p>
            <a:r>
              <a:rPr sz="1400"/>
              <a:t>Self-hosted NVR with object detection and facial recognition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VISERON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